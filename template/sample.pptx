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548" y="7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15C959-0AD5-4A83-8D88-2041D15733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808EA3-3FF0-48CF-8B54-B455A2E3CE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3B1A2C-188C-4423-8BC9-46F3187EA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68A1C-CEA3-40FC-A64E-9BD0D63BA2BB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32AE9D-6DA3-4452-BC63-902FCF8AC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C28528-8A84-4458-AC66-2DB25C336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AAD0-5E49-4925-8809-4A353B5B6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745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214186-D521-433D-A984-75F23A28F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6F1E4A-7F55-4791-931E-EA1BCD305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740C95-3DB5-44A1-BB0C-8B87E93B4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68A1C-CEA3-40FC-A64E-9BD0D63BA2BB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7574D3-E0CC-4B5C-9922-60E798F33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A97AE6-5B83-4D22-92E5-E4BD433B8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AAD0-5E49-4925-8809-4A353B5B6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749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12F944-0E9D-4EB5-BA21-6C658A56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EE35B8-96AE-4A75-B727-B981775A0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9D43FE-901A-43E6-8D66-B5AAD012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68A1C-CEA3-40FC-A64E-9BD0D63BA2BB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55DF89-BE19-46B8-8076-5595BC543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060F3A-4D4F-4EE4-8A29-A565D8693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AAD0-5E49-4925-8809-4A353B5B6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745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0DE4F2-B098-4A18-A245-8FD895D83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1D5EC3-6112-4A9F-922C-962C12F695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2E5687-24EA-4D61-9591-57861E7FF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FD9EA2-2F60-453A-BAAE-DC112B26D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68A1C-CEA3-40FC-A64E-9BD0D63BA2BB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A28D50-850B-4BE8-BDC3-4D050A54E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91F4BC-49F5-4E77-ACD6-56ECFA650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AAD0-5E49-4925-8809-4A353B5B6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919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574129-E5F7-4178-A24B-B78AF20C9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BCCA64-46B6-46D6-B26D-C8EF8F045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B72F81-9D8A-4E4E-93C9-B15121E70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7CDB037-CB9F-4E51-B89F-6CDC285B7C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C4A7356-212A-464B-BCCB-7FFC3484E4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E043AAE-98F6-4E05-B355-DCB84FB9B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68A1C-CEA3-40FC-A64E-9BD0D63BA2BB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35C61D2-6A88-47F0-BDC4-0FCC62DBD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44209E-71D7-4E72-8FD6-7E3A499AF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AAD0-5E49-4925-8809-4A353B5B6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268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928415-B845-4DD4-A425-69F0CEC53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3249646-E67E-4ACF-957D-EB9A47566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68A1C-CEA3-40FC-A64E-9BD0D63BA2BB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4423DDF-2D24-4171-87C4-F1E469CB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EA85E9-5AB8-4C67-B431-C258A5B7B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AAD0-5E49-4925-8809-4A353B5B6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96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34FC85F-B422-4860-9DE3-5FF8ECAD5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68A1C-CEA3-40FC-A64E-9BD0D63BA2BB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DAED25B-7BB9-4082-A93B-C8E056877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E91722-0B14-459A-800F-324E4B98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AAD0-5E49-4925-8809-4A353B5B6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057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49A34E-456A-4196-AB0C-4D1986D68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B48B1F-ED1E-49A5-94EE-5843D4D0F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7473DC-A637-45E4-8332-0290FE9D0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5EB552-F2DC-4F57-8A02-0BCDEF214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68A1C-CEA3-40FC-A64E-9BD0D63BA2BB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8409C0-FCE9-4616-9F3B-071127011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36DEEE-DAE7-4DF5-B519-BDD0659FA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AAD0-5E49-4925-8809-4A353B5B6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474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96469E-EF4C-425C-BE0D-71EA754F4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87FD279-A517-4B48-86FE-33D6DB1951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40B3EE-271F-41FD-BCA2-269DC2309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C8F14A8-C05A-4649-8446-A404B9126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68A1C-CEA3-40FC-A64E-9BD0D63BA2BB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14CF02-848E-4E94-8E9E-3DB713258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25F81E-543F-46AF-B31C-B7D85D76A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AAD0-5E49-4925-8809-4A353B5B6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264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DA71B3-F371-4016-B157-1241A0CF3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F58640-EFDD-4514-B6F6-95BBEADED0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E6E79-FB88-4D77-A1C5-719C49B54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68A1C-CEA3-40FC-A64E-9BD0D63BA2BB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08F22D-FBB0-4147-925C-0599E5A1D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D090C0-C32F-465D-9598-089B5877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AAD0-5E49-4925-8809-4A353B5B6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089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4A64035-5752-4C90-8E6B-56DBE8057E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B84737-415C-4B27-9AFD-CA4A5F62A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330D40-205F-4DD3-9217-7542B25B2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68A1C-CEA3-40FC-A64E-9BD0D63BA2BB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0B0438-FBB3-4075-B769-E9CA0AA01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FD1C9F-CF75-42D0-9CE2-AB2C38218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AAD0-5E49-4925-8809-4A353B5B6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359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0BF65C-0C43-452A-8DD1-1CCF803B9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18163C-6732-45CE-A7D6-FFB688954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F6437B-38B9-44CB-8446-4953449806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68A1C-CEA3-40FC-A64E-9BD0D63BA2BB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F9DE89-E4C6-4E8D-80CE-AE8D8716A3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6DA81D-6F28-4CCC-BD00-37290DA28D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3AAD0-5E49-4925-8809-4A353B5B6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42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C2DB498-D275-439A-AC93-036AB6460AB2}"/>
              </a:ext>
            </a:extLst>
          </p:cNvPr>
          <p:cNvGrpSpPr/>
          <p:nvPr/>
        </p:nvGrpSpPr>
        <p:grpSpPr>
          <a:xfrm>
            <a:off x="48552" y="412693"/>
            <a:ext cx="2755339" cy="5611827"/>
            <a:chOff x="493614" y="412694"/>
            <a:chExt cx="2464025" cy="561182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494EA89-CC5F-487F-B84C-1B6C7C205158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1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EB4987F-C1C7-42E6-846B-7E9828609F6C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F605AE6-6577-468D-82FF-972ECA5A6FA1}"/>
              </a:ext>
            </a:extLst>
          </p:cNvPr>
          <p:cNvGrpSpPr/>
          <p:nvPr/>
        </p:nvGrpSpPr>
        <p:grpSpPr>
          <a:xfrm>
            <a:off x="9362485" y="412693"/>
            <a:ext cx="2755339" cy="5611827"/>
            <a:chOff x="493614" y="412694"/>
            <a:chExt cx="2464025" cy="561182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FF80EC3-CF54-4825-AAFF-5898CA6CCA0C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4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637BD24-150C-4BA6-8153-4B2B8B52D72D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F226C26-DBD4-41F2-A0FF-403D3C65EAB8}"/>
              </a:ext>
            </a:extLst>
          </p:cNvPr>
          <p:cNvGrpSpPr/>
          <p:nvPr/>
        </p:nvGrpSpPr>
        <p:grpSpPr>
          <a:xfrm>
            <a:off x="3153196" y="412693"/>
            <a:ext cx="2755339" cy="5611827"/>
            <a:chOff x="493614" y="412694"/>
            <a:chExt cx="2464025" cy="5611826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B083E6F-3260-40D4-A1F3-6445382B9AD1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2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552FE018-8DD9-4561-8486-706D26AEC8BD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E125CD1-A78E-43E8-8119-76A36FE26C40}"/>
              </a:ext>
            </a:extLst>
          </p:cNvPr>
          <p:cNvGrpSpPr/>
          <p:nvPr/>
        </p:nvGrpSpPr>
        <p:grpSpPr>
          <a:xfrm>
            <a:off x="6257840" y="412693"/>
            <a:ext cx="2755339" cy="5611827"/>
            <a:chOff x="493614" y="412694"/>
            <a:chExt cx="2464025" cy="561182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E89DC1D-AE17-4FC9-B37A-3C8C77DEC760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3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6587E42-FBC8-4B3D-930D-62001FE06665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</p:spTree>
    <p:extLst>
      <p:ext uri="{BB962C8B-B14F-4D97-AF65-F5344CB8AC3E}">
        <p14:creationId xmlns:p14="http://schemas.microsoft.com/office/powerpoint/2010/main" val="3956770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2.96296E-6 L -0.25 -2.96296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2.96296E-6 L -0.25 -2.96296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2.96296E-6 L -0.25 -2.96296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2.96296E-6 L -0.25 -2.96296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C2DB498-D275-439A-AC93-036AB6460AB2}"/>
              </a:ext>
            </a:extLst>
          </p:cNvPr>
          <p:cNvGrpSpPr/>
          <p:nvPr/>
        </p:nvGrpSpPr>
        <p:grpSpPr>
          <a:xfrm>
            <a:off x="48552" y="412693"/>
            <a:ext cx="2755339" cy="5611827"/>
            <a:chOff x="493614" y="412694"/>
            <a:chExt cx="2464025" cy="561182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494EA89-CC5F-487F-B84C-1B6C7C205158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5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EB4987F-C1C7-42E6-846B-7E9828609F6C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F605AE6-6577-468D-82FF-972ECA5A6FA1}"/>
              </a:ext>
            </a:extLst>
          </p:cNvPr>
          <p:cNvGrpSpPr/>
          <p:nvPr/>
        </p:nvGrpSpPr>
        <p:grpSpPr>
          <a:xfrm>
            <a:off x="9362485" y="412693"/>
            <a:ext cx="2755339" cy="5611827"/>
            <a:chOff x="493614" y="412694"/>
            <a:chExt cx="2464025" cy="561182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FF80EC3-CF54-4825-AAFF-5898CA6CCA0C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8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637BD24-150C-4BA6-8153-4B2B8B52D72D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F226C26-DBD4-41F2-A0FF-403D3C65EAB8}"/>
              </a:ext>
            </a:extLst>
          </p:cNvPr>
          <p:cNvGrpSpPr/>
          <p:nvPr/>
        </p:nvGrpSpPr>
        <p:grpSpPr>
          <a:xfrm>
            <a:off x="3153196" y="412693"/>
            <a:ext cx="2755339" cy="5611827"/>
            <a:chOff x="493614" y="412694"/>
            <a:chExt cx="2464025" cy="5611826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B083E6F-3260-40D4-A1F3-6445382B9AD1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6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552FE018-8DD9-4561-8486-706D26AEC8BD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E125CD1-A78E-43E8-8119-76A36FE26C40}"/>
              </a:ext>
            </a:extLst>
          </p:cNvPr>
          <p:cNvGrpSpPr/>
          <p:nvPr/>
        </p:nvGrpSpPr>
        <p:grpSpPr>
          <a:xfrm>
            <a:off x="6257840" y="412693"/>
            <a:ext cx="2755339" cy="5611827"/>
            <a:chOff x="493614" y="412694"/>
            <a:chExt cx="2464025" cy="561182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E89DC1D-AE17-4FC9-B37A-3C8C77DEC760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7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6587E42-FBC8-4B3D-930D-62001FE06665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</p:spTree>
    <p:extLst>
      <p:ext uri="{BB962C8B-B14F-4D97-AF65-F5344CB8AC3E}">
        <p14:creationId xmlns:p14="http://schemas.microsoft.com/office/powerpoint/2010/main" val="705990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C2DB498-D275-439A-AC93-036AB6460AB2}"/>
              </a:ext>
            </a:extLst>
          </p:cNvPr>
          <p:cNvGrpSpPr/>
          <p:nvPr/>
        </p:nvGrpSpPr>
        <p:grpSpPr>
          <a:xfrm>
            <a:off x="48552" y="412693"/>
            <a:ext cx="2755339" cy="5611827"/>
            <a:chOff x="493614" y="412694"/>
            <a:chExt cx="2464025" cy="561182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494EA89-CC5F-487F-B84C-1B6C7C205158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9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EB4987F-C1C7-42E6-846B-7E9828609F6C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F605AE6-6577-468D-82FF-972ECA5A6FA1}"/>
              </a:ext>
            </a:extLst>
          </p:cNvPr>
          <p:cNvGrpSpPr/>
          <p:nvPr/>
        </p:nvGrpSpPr>
        <p:grpSpPr>
          <a:xfrm>
            <a:off x="9362485" y="412693"/>
            <a:ext cx="2755339" cy="5611827"/>
            <a:chOff x="493614" y="412694"/>
            <a:chExt cx="2464025" cy="561182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FF80EC3-CF54-4825-AAFF-5898CA6CCA0C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12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637BD24-150C-4BA6-8153-4B2B8B52D72D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F226C26-DBD4-41F2-A0FF-403D3C65EAB8}"/>
              </a:ext>
            </a:extLst>
          </p:cNvPr>
          <p:cNvGrpSpPr/>
          <p:nvPr/>
        </p:nvGrpSpPr>
        <p:grpSpPr>
          <a:xfrm>
            <a:off x="3153196" y="412693"/>
            <a:ext cx="2755339" cy="5611827"/>
            <a:chOff x="493614" y="412694"/>
            <a:chExt cx="2464025" cy="5611826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B083E6F-3260-40D4-A1F3-6445382B9AD1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10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552FE018-8DD9-4561-8486-706D26AEC8BD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E125CD1-A78E-43E8-8119-76A36FE26C40}"/>
              </a:ext>
            </a:extLst>
          </p:cNvPr>
          <p:cNvGrpSpPr/>
          <p:nvPr/>
        </p:nvGrpSpPr>
        <p:grpSpPr>
          <a:xfrm>
            <a:off x="6257840" y="412693"/>
            <a:ext cx="2755339" cy="5611827"/>
            <a:chOff x="493614" y="412694"/>
            <a:chExt cx="2464025" cy="561182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E89DC1D-AE17-4FC9-B37A-3C8C77DEC760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11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6587E42-FBC8-4B3D-930D-62001FE06665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</p:spTree>
    <p:extLst>
      <p:ext uri="{BB962C8B-B14F-4D97-AF65-F5344CB8AC3E}">
        <p14:creationId xmlns:p14="http://schemas.microsoft.com/office/powerpoint/2010/main" val="2835098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C2DB498-D275-439A-AC93-036AB6460AB2}"/>
              </a:ext>
            </a:extLst>
          </p:cNvPr>
          <p:cNvGrpSpPr/>
          <p:nvPr/>
        </p:nvGrpSpPr>
        <p:grpSpPr>
          <a:xfrm>
            <a:off x="48552" y="412693"/>
            <a:ext cx="2755339" cy="5611827"/>
            <a:chOff x="493614" y="412694"/>
            <a:chExt cx="2464025" cy="561182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494EA89-CC5F-487F-B84C-1B6C7C205158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13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EB4987F-C1C7-42E6-846B-7E9828609F6C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F605AE6-6577-468D-82FF-972ECA5A6FA1}"/>
              </a:ext>
            </a:extLst>
          </p:cNvPr>
          <p:cNvGrpSpPr/>
          <p:nvPr/>
        </p:nvGrpSpPr>
        <p:grpSpPr>
          <a:xfrm>
            <a:off x="9362485" y="412693"/>
            <a:ext cx="2755339" cy="5611827"/>
            <a:chOff x="493614" y="412694"/>
            <a:chExt cx="2464025" cy="561182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FF80EC3-CF54-4825-AAFF-5898CA6CCA0C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16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637BD24-150C-4BA6-8153-4B2B8B52D72D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F226C26-DBD4-41F2-A0FF-403D3C65EAB8}"/>
              </a:ext>
            </a:extLst>
          </p:cNvPr>
          <p:cNvGrpSpPr/>
          <p:nvPr/>
        </p:nvGrpSpPr>
        <p:grpSpPr>
          <a:xfrm>
            <a:off x="3153196" y="412693"/>
            <a:ext cx="2755339" cy="5611827"/>
            <a:chOff x="493614" y="412694"/>
            <a:chExt cx="2464025" cy="5611826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B083E6F-3260-40D4-A1F3-6445382B9AD1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14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552FE018-8DD9-4561-8486-706D26AEC8BD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E125CD1-A78E-43E8-8119-76A36FE26C40}"/>
              </a:ext>
            </a:extLst>
          </p:cNvPr>
          <p:cNvGrpSpPr/>
          <p:nvPr/>
        </p:nvGrpSpPr>
        <p:grpSpPr>
          <a:xfrm>
            <a:off x="6257840" y="412693"/>
            <a:ext cx="2755339" cy="5611827"/>
            <a:chOff x="493614" y="412694"/>
            <a:chExt cx="2464025" cy="561182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E89DC1D-AE17-4FC9-B37A-3C8C77DEC760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15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6587E42-FBC8-4B3D-930D-62001FE06665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</p:spTree>
    <p:extLst>
      <p:ext uri="{BB962C8B-B14F-4D97-AF65-F5344CB8AC3E}">
        <p14:creationId xmlns:p14="http://schemas.microsoft.com/office/powerpoint/2010/main" val="977593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C2DB498-D275-439A-AC93-036AB6460AB2}"/>
              </a:ext>
            </a:extLst>
          </p:cNvPr>
          <p:cNvGrpSpPr/>
          <p:nvPr/>
        </p:nvGrpSpPr>
        <p:grpSpPr>
          <a:xfrm>
            <a:off x="48552" y="412693"/>
            <a:ext cx="2755339" cy="5611827"/>
            <a:chOff x="493614" y="412694"/>
            <a:chExt cx="2464025" cy="561182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494EA89-CC5F-487F-B84C-1B6C7C205158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17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EB4987F-C1C7-42E6-846B-7E9828609F6C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F605AE6-6577-468D-82FF-972ECA5A6FA1}"/>
              </a:ext>
            </a:extLst>
          </p:cNvPr>
          <p:cNvGrpSpPr/>
          <p:nvPr/>
        </p:nvGrpSpPr>
        <p:grpSpPr>
          <a:xfrm>
            <a:off x="9362485" y="412693"/>
            <a:ext cx="2755339" cy="5611827"/>
            <a:chOff x="493614" y="412694"/>
            <a:chExt cx="2464025" cy="561182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FF80EC3-CF54-4825-AAFF-5898CA6CCA0C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20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637BD24-150C-4BA6-8153-4B2B8B52D72D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F226C26-DBD4-41F2-A0FF-403D3C65EAB8}"/>
              </a:ext>
            </a:extLst>
          </p:cNvPr>
          <p:cNvGrpSpPr/>
          <p:nvPr/>
        </p:nvGrpSpPr>
        <p:grpSpPr>
          <a:xfrm>
            <a:off x="3153196" y="412693"/>
            <a:ext cx="2755339" cy="5611827"/>
            <a:chOff x="493614" y="412694"/>
            <a:chExt cx="2464025" cy="5611826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B083E6F-3260-40D4-A1F3-6445382B9AD1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18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552FE018-8DD9-4561-8486-706D26AEC8BD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E125CD1-A78E-43E8-8119-76A36FE26C40}"/>
              </a:ext>
            </a:extLst>
          </p:cNvPr>
          <p:cNvGrpSpPr/>
          <p:nvPr/>
        </p:nvGrpSpPr>
        <p:grpSpPr>
          <a:xfrm>
            <a:off x="6257840" y="412693"/>
            <a:ext cx="2755339" cy="5611827"/>
            <a:chOff x="493614" y="412694"/>
            <a:chExt cx="2464025" cy="561182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E89DC1D-AE17-4FC9-B37A-3C8C77DEC760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19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6587E42-FBC8-4B3D-930D-62001FE06665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</p:spTree>
    <p:extLst>
      <p:ext uri="{BB962C8B-B14F-4D97-AF65-F5344CB8AC3E}">
        <p14:creationId xmlns:p14="http://schemas.microsoft.com/office/powerpoint/2010/main" val="2124411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20</Words>
  <Application>Microsoft Office PowerPoint</Application>
  <PresentationFormat>宽屏</PresentationFormat>
  <Paragraphs>20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楷体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冠霖</dc:creator>
  <cp:lastModifiedBy>冠霖</cp:lastModifiedBy>
  <cp:revision>11</cp:revision>
  <dcterms:created xsi:type="dcterms:W3CDTF">2025-09-14T09:55:52Z</dcterms:created>
  <dcterms:modified xsi:type="dcterms:W3CDTF">2025-09-21T05:19:25Z</dcterms:modified>
</cp:coreProperties>
</file>